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98F58-BE53-40FE-824E-AFC6A7DA6F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5A64F-EF3E-4345-AB05-5E7B9D67EAD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程序设计基础</a:t>
            </a:r>
            <a:r>
              <a:rPr lang="en-US" altLang="zh-CN" dirty="0"/>
              <a:t>》</a:t>
            </a:r>
            <a:r>
              <a:rPr lang="zh-CN" altLang="en-US" dirty="0"/>
              <a:t>大作业游戏介绍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20XXXXXXXX </a:t>
            </a:r>
            <a:r>
              <a:rPr lang="zh-CN" altLang="en-US" dirty="0"/>
              <a:t>张三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5005" y="214829"/>
            <a:ext cx="22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游戏简介</a:t>
            </a:r>
            <a:endParaRPr lang="en-US" altLang="zh-CN" sz="3600" dirty="0"/>
          </a:p>
        </p:txBody>
      </p:sp>
      <p:sp>
        <p:nvSpPr>
          <p:cNvPr id="6" name="文本框 5"/>
          <p:cNvSpPr txBox="1"/>
          <p:nvPr/>
        </p:nvSpPr>
        <p:spPr>
          <a:xfrm>
            <a:off x="941031" y="1154141"/>
            <a:ext cx="8993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《XXXX》</a:t>
            </a:r>
            <a:r>
              <a:rPr lang="zh-CN" altLang="en-US" dirty="0"/>
              <a:t>是一款基于</a:t>
            </a:r>
            <a:r>
              <a:rPr lang="en-US" altLang="zh-CN" dirty="0"/>
              <a:t>Windows</a:t>
            </a:r>
            <a:r>
              <a:rPr lang="zh-CN" altLang="en-US" dirty="0"/>
              <a:t>应用程序编程开发的动作类游戏。游戏复现了</a:t>
            </a:r>
            <a:r>
              <a:rPr lang="en-US" altLang="zh-CN" dirty="0"/>
              <a:t>《</a:t>
            </a:r>
            <a:r>
              <a:rPr lang="zh-CN" altLang="en-US" dirty="0"/>
              <a:t>吞食鱼</a:t>
            </a:r>
            <a:r>
              <a:rPr lang="en-US" altLang="zh-CN" dirty="0"/>
              <a:t>》</a:t>
            </a:r>
            <a:r>
              <a:rPr lang="zh-CN" altLang="en-US" dirty="0"/>
              <a:t>经典剧情的部分角色和场景，玩家可以操作游戏主角在游戏世界内进行探索。</a:t>
            </a:r>
            <a:endParaRPr lang="zh-CN" altLang="en-US" dirty="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941195" y="2165985"/>
            <a:ext cx="6991985" cy="4103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5005" y="214829"/>
            <a:ext cx="22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界面设计</a:t>
            </a:r>
            <a:endParaRPr lang="en-US" altLang="zh-CN" sz="3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7430" y="1579880"/>
            <a:ext cx="4897120" cy="3697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30" y="1580515"/>
            <a:ext cx="4897755" cy="3696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5005" y="214829"/>
            <a:ext cx="22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交互设计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5005" y="214829"/>
            <a:ext cx="22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难点分析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5005" y="214829"/>
            <a:ext cx="22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心得体会</a:t>
            </a:r>
            <a:endParaRPr lang="en-US" altLang="zh-C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《程序设计基础》大作业游戏介绍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《程序设计基础》大作业游戏介绍</dc:title>
  <dc:creator>陈 超</dc:creator>
  <cp:lastModifiedBy>61330</cp:lastModifiedBy>
  <cp:revision>39</cp:revision>
  <dcterms:created xsi:type="dcterms:W3CDTF">2022-10-17T13:02:00Z</dcterms:created>
  <dcterms:modified xsi:type="dcterms:W3CDTF">2025-10-29T06:28:55Z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513673A992DA4735933C55D3E6425FA9_12</vt:lpwstr>
  </property>
  <property fmtid="{D5CDD505-2E9C-101B-9397-08002B2CF9AE}" pid="3" name="KSOProductBuildVer">
    <vt:lpwstr>2052-12.1.0.23125</vt:lpwstr>
  </property>
</Properties>
</file>